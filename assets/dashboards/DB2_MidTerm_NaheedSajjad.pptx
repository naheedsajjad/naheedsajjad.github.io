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BAA63A9-439C-46D4-869D-4E774BE3345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DB2_MidTerm_NaheedSajjad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38481FA-C6C1-4D91-B442-826E222EE79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10/14/2025 11:00:14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A1AFE876-888E-4C36-97B9-E98E2CE6BB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E274D77A-A649-478D-8413-871B28632F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96EF4299-609F-47DA-9511-0FABE68A72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5" name="slide5">
            <a:extLst>
              <a:ext uri="{FF2B5EF4-FFF2-40B4-BE49-F238E27FC236}">
                <a16:creationId xmlns:a16="http://schemas.microsoft.com/office/drawing/2014/main" id="{8C399B98-C8FE-4572-9726-CD7C7204F2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6" name="slide6">
            <a:extLst>
              <a:ext uri="{FF2B5EF4-FFF2-40B4-BE49-F238E27FC236}">
                <a16:creationId xmlns:a16="http://schemas.microsoft.com/office/drawing/2014/main" id="{FC3087A3-AE91-4728-8429-02E0F863D3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2025-10-15T03:00:16Z</dcterms:created>
  <dcterms:modified xsi:type="dcterms:W3CDTF">2025-10-15T03:00:16Z</dcterms:modified>
</cp:coreProperties>
</file>